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83" r:id="rId3"/>
    <p:sldId id="306" r:id="rId4"/>
    <p:sldId id="285" r:id="rId5"/>
    <p:sldId id="309" r:id="rId6"/>
    <p:sldId id="344" r:id="rId7"/>
    <p:sldId id="345" r:id="rId8"/>
    <p:sldId id="312" r:id="rId9"/>
    <p:sldId id="339" r:id="rId10"/>
    <p:sldId id="313" r:id="rId11"/>
    <p:sldId id="341" r:id="rId12"/>
    <p:sldId id="342" r:id="rId13"/>
    <p:sldId id="343" r:id="rId14"/>
    <p:sldId id="331" r:id="rId15"/>
    <p:sldId id="288" r:id="rId16"/>
    <p:sldId id="300" r:id="rId17"/>
    <p:sldId id="305" r:id="rId18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Lato" panose="020F0502020204030203" pitchFamily="34" charset="0"/>
      <p:regular r:id="rId25"/>
      <p:bold r:id="rId26"/>
      <p:italic r:id="rId27"/>
      <p:boldItalic r:id="rId28"/>
    </p:embeddedFont>
    <p:embeddedFont>
      <p:font typeface="Vladimir Script" panose="03050402040407070305" pitchFamily="66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6"/>
  </p:normalViewPr>
  <p:slideViewPr>
    <p:cSldViewPr snapToGrid="0">
      <p:cViewPr varScale="1">
        <p:scale>
          <a:sx n="103" d="100"/>
          <a:sy n="103" d="100"/>
        </p:scale>
        <p:origin x="811" y="9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4E6E191-7A3F-DDE5-9BE0-7C2318399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214E21D-CF7D-5069-DDED-FD92C19088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916B821-9BB8-4C7C-D798-8C8AC1714A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759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C67EC0D-EB63-35BE-7846-3A5A02759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BEC3307-61AA-C431-C012-6949729E92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7810D293-A247-327B-231F-5F3AEA30B0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1052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941CE01-0716-7835-1021-A8F01CC46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4FBA20B-E273-D661-711D-72E0B023DE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036AECE-2DB2-DC50-D0E7-3E647A5E56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586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E93D42F-A578-35C8-4DE2-AFBF6F7B5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5B0AE6F-9BF3-05DC-A9E3-C4AEA6BC74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3C5276FB-61A1-1D7F-1C2B-F453FE277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146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CF2FD77-3A12-327B-1017-A052503E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8A161CE-9003-05C7-BC6A-E295E288E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D74D3CF-3163-F842-692B-5F05C0C1F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7895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A40620E-3089-5F8D-090A-DB7E941B5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3026ADA-F4BD-437C-FBCE-91ADC10560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74D4E52-C230-743D-BB4C-629D38BE1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4268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5F234057-4236-DC70-A860-FADD549E6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1E6D831-D4C0-2AB7-8B3D-69BEE73959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60467DB-E536-FF57-C961-248B6C6751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7885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2E23B1D-8DE3-1C5E-0151-15F6DF75C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199B38D-8F22-651E-3F37-238848804F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24FE1A6-876A-3A15-5CCF-BDD06CCE91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933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0B851A8-0767-89FE-6901-97BA8E673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C008D2-D317-07F9-8521-20C86DEB28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5E66B42-F758-057C-E853-1378AB54A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5168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F2EAF43-0C35-C400-0344-3B8A96A4B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6AF32E5-F98E-803F-46B8-3280593DB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E15BFB9-CC2F-AB67-25B2-F78994C09E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965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redux-toolkit.js.org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forgeeks.org/reactjs/explain-selectors-in-react-redux/" TargetMode="External"/><Relationship Id="rId5" Type="http://schemas.openxmlformats.org/officeDocument/2006/relationships/hyperlink" Target="https://react-redux.js.org/" TargetMode="External"/><Relationship Id="rId4" Type="http://schemas.openxmlformats.org/officeDocument/2006/relationships/hyperlink" Target="https://redux.js.org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14350" y="751231"/>
            <a:ext cx="8250688" cy="402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</a:t>
            </a:r>
            <a:r>
              <a:rPr lang="en-US" sz="3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Of Computer Science &amp; Engineering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Computer Science </a:t>
            </a:r>
            <a:r>
              <a:rPr lang="en-US" sz="2000" b="0" i="0" u="none" strike="noStrike" cap="none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6th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</a:t>
            </a:r>
            <a:endParaRPr lang="en-US" baseline="30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1" dirty="0"/>
              <a:t>Full Stack Development – II</a:t>
            </a: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en-GB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23CSH-309/23ITH-309</a:t>
            </a:r>
            <a:r>
              <a:rPr lang="en-GB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Chapter No. 2                    Lecture No.2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</a:t>
            </a:r>
            <a:r>
              <a:rPr lang="en-US" b="1" dirty="0"/>
              <a:t>Redux Toolkit: Store configuration, Slices, Reducers, Actions, Selectors</a:t>
            </a:r>
            <a:r>
              <a:rPr lang="en-US" dirty="0"/>
              <a:t> 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Er. Tushar Sood (E18319)                                                       Technical Trainer(CSE)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FDFB5912-E799-63B5-2CF1-182A365BA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4078" y="1433075"/>
            <a:ext cx="903992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Understanding the need for Redux Toolkit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Explaining store configuration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Understanding slices and reducers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Describing actions in Redux Toolkit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Using selectors to access state efficiently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748144" y="218172"/>
            <a:ext cx="8277101" cy="571932"/>
            <a:chOff x="0" y="6299"/>
            <a:chExt cx="5580934" cy="57193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0" y="17703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Introduction to Redux Toolkit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333551" y="1241564"/>
            <a:ext cx="8627315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Redux Toolkit (RTK) is the official, recommended way to write Redux logic in modern React applications.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Redux Toolkit is a set of tools that helps simplify the process of writing Redux logic. It includes utilities to simplify common use cases like store setup, creating reducers, and writing immutable update logic.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It simplifies Redux development by reducing boilerplate code and enforcing best practices.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Redux Toolkit provides tools to manage global application state in a predictable and scalable manner.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Why Redux Toolkit ?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A9B100B-BAD8-99A1-3211-6CBBD09F1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1500" y="1151519"/>
            <a:ext cx="8001000" cy="353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Traditional Redux requires writing large amounts of boilerplate code, including action types, action creators, and reducers.</a:t>
            </a:r>
          </a:p>
          <a:p>
            <a:pPr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Redux Toolkit was introduced to simplify Redux usage and improve developer productivity.</a:t>
            </a:r>
          </a:p>
          <a:p>
            <a:pPr marL="76200" indent="0">
              <a:buClr>
                <a:schemeClr val="bg2"/>
              </a:buClr>
              <a:buNone/>
            </a:pPr>
            <a:r>
              <a:rPr lang="en-GB" sz="1600" b="1" dirty="0">
                <a:solidFill>
                  <a:schemeClr val="bg2"/>
                </a:solidFill>
                <a:latin typeface="+mj-lt"/>
              </a:rPr>
              <a:t>Key reasons for using Redux Toolkit: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Reduces boilerplate code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Enforces Redux best practices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Simplifies state updates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Improves code readability and maintainability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178EC9D-3AF2-FF46-AE40-8AADB0C0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4FFF226-09D2-BD23-5ADA-FDF121AE7076}"/>
              </a:ext>
            </a:extLst>
          </p:cNvPr>
          <p:cNvGrpSpPr/>
          <p:nvPr/>
        </p:nvGrpSpPr>
        <p:grpSpPr>
          <a:xfrm>
            <a:off x="751718" y="393764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DBFAAD7-33FB-3AC6-1B1A-504C8E53D5E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945FE62-323F-F949-9208-8982D26D5CB9}"/>
                </a:ext>
              </a:extLst>
            </p:cNvPr>
            <p:cNvSpPr txBox="1"/>
            <p:nvPr/>
          </p:nvSpPr>
          <p:spPr>
            <a:xfrm>
              <a:off x="0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4000" b="1" dirty="0"/>
                <a:t>Core Concepts of Redux Toolkit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AA2D43A7-B4AC-7396-B002-904551AF78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59C79-7AC0-4E46-EB54-6E995667A62D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964EB89-B350-5658-4193-6D077B5D19AD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96E4E321-561E-07CE-DCD2-94E9FE5C81A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706259B5-2280-84B6-86A6-C84A7685C9DE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F6BAF62-B5BB-6B76-CF56-7E001DCB8775}"/>
              </a:ext>
            </a:extLst>
          </p:cNvPr>
          <p:cNvSpPr txBox="1"/>
          <p:nvPr/>
        </p:nvSpPr>
        <p:spPr>
          <a:xfrm>
            <a:off x="449602" y="1056481"/>
            <a:ext cx="80010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b="1" dirty="0"/>
              <a:t>Redux Toolkit is built around the following core concepts: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Store</a:t>
            </a:r>
            <a:r>
              <a:rPr lang="en-GB" sz="1600" dirty="0"/>
              <a:t> – Central state container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Slices</a:t>
            </a:r>
            <a:r>
              <a:rPr lang="en-GB" sz="1600" dirty="0"/>
              <a:t> – Feature-based state logic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Reducers</a:t>
            </a:r>
            <a:r>
              <a:rPr lang="en-GB" sz="1600" dirty="0"/>
              <a:t> – Define how state changes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Actions</a:t>
            </a:r>
            <a:r>
              <a:rPr lang="en-GB" sz="1600" dirty="0"/>
              <a:t> – Describe state updates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Selectors</a:t>
            </a:r>
            <a:r>
              <a:rPr lang="en-GB" sz="1600" dirty="0"/>
              <a:t> – Extract data from state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dirty="0"/>
              <a:t>These concepts work together to manage application state efficiently.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214819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A2A1F1D-4912-4B0B-E950-2E6E99B35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64B70C-4EE2-5B09-42BD-9F00BB70D6F7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3CDCDC1-BB77-5DF9-3338-D36B03F11840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21B1F57-493B-3AFD-FD4E-A6EBC6D0D0B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A71A80-626D-89EE-386E-702EFFC2F0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57868F25-728B-5F89-0732-6992E3D3DFA3}"/>
              </a:ext>
            </a:extLst>
          </p:cNvPr>
          <p:cNvSpPr txBox="1"/>
          <p:nvPr/>
        </p:nvSpPr>
        <p:spPr>
          <a:xfrm>
            <a:off x="385500" y="1292806"/>
            <a:ext cx="8810449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dirty="0"/>
              <a:t>The Redux Toolkit data flow follows these steps: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UI dispatches an action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Reducer processes the action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Store updates the state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Selectors retrieve updated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UI re-renders with new state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pPr>
              <a:lnSpc>
                <a:spcPct val="150000"/>
              </a:lnSpc>
            </a:pPr>
            <a:r>
              <a:rPr lang="en-GB" sz="1600" dirty="0"/>
              <a:t>This predictable flow makes debugging and testing easier.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BAABED-A829-3AA6-89FC-F7FF470A898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8DFC6590-5B28-DEF1-6F14-7E881C187754}"/>
              </a:ext>
            </a:extLst>
          </p:cNvPr>
          <p:cNvGrpSpPr/>
          <p:nvPr/>
        </p:nvGrpSpPr>
        <p:grpSpPr>
          <a:xfrm>
            <a:off x="648523" y="526102"/>
            <a:ext cx="8241475" cy="665888"/>
            <a:chOff x="-2423" y="164499"/>
            <a:chExt cx="5580934" cy="6658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16043DA4-DB87-B57A-4826-8FA6CA1EC5F2}"/>
                </a:ext>
              </a:extLst>
            </p:cNvPr>
            <p:cNvSpPr/>
            <p:nvPr/>
          </p:nvSpPr>
          <p:spPr>
            <a:xfrm>
              <a:off x="-2423" y="1644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Redux Toolkit Data Flow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3A763736-F570-BAFA-1A01-C3738159F642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4501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00F18E9-0AAD-2EA7-222F-E9FB040AF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8B711A4-AAA1-0067-126F-D9CC153BBD0C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587CB5F-EB9C-9DBF-269A-6657EC5A5D86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A9E3268-B375-72D5-1D56-8259C7CC04DA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BFBFA4F-0172-84C7-0D43-7D43605744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60E5236-0687-71C9-A57F-98CE17D95E28}"/>
              </a:ext>
            </a:extLst>
          </p:cNvPr>
          <p:cNvSpPr txBox="1"/>
          <p:nvPr/>
        </p:nvSpPr>
        <p:spPr>
          <a:xfrm>
            <a:off x="385500" y="1292806"/>
            <a:ext cx="8810449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Simplifies Redux development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Reduces boilerplate code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Improves scalability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Encourages best practices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Built-in support for </a:t>
            </a:r>
            <a:r>
              <a:rPr lang="en-GB" sz="1600" dirty="0" err="1"/>
              <a:t>DevTools</a:t>
            </a:r>
            <a:endParaRPr lang="en-GB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Easier debugging and testing</a:t>
            </a:r>
          </a:p>
          <a:p>
            <a:pPr>
              <a:lnSpc>
                <a:spcPct val="150000"/>
              </a:lnSpc>
            </a:pPr>
            <a:endParaRPr lang="en-GB" sz="1600" dirty="0"/>
          </a:p>
          <a:p>
            <a:pPr>
              <a:lnSpc>
                <a:spcPct val="150000"/>
              </a:lnSpc>
            </a:pPr>
            <a:r>
              <a:rPr lang="en-GB" sz="1600" dirty="0"/>
              <a:t>Redux Toolkit is suitable for medium to large-scale applications.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CF7E03-DF75-D3C8-B4E6-5627380BDC59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78D34270-547C-2DDD-4530-8FC377C37628}"/>
              </a:ext>
            </a:extLst>
          </p:cNvPr>
          <p:cNvGrpSpPr/>
          <p:nvPr/>
        </p:nvGrpSpPr>
        <p:grpSpPr>
          <a:xfrm>
            <a:off x="648523" y="526102"/>
            <a:ext cx="8241475" cy="665888"/>
            <a:chOff x="-2423" y="164499"/>
            <a:chExt cx="5580934" cy="6658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9A616842-9A68-CCF2-4686-1E7F1828AE50}"/>
                </a:ext>
              </a:extLst>
            </p:cNvPr>
            <p:cNvSpPr/>
            <p:nvPr/>
          </p:nvSpPr>
          <p:spPr>
            <a:xfrm>
              <a:off x="-2423" y="1644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Advantage of Redux Toolkit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3DEA1F59-DAB3-33EC-EF89-EE8534C76EC8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110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DC29400-89C7-6A6F-FDCC-3A14F135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A1E0372-C71E-C8FF-EA68-B3A001392437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5826B79-33D3-443A-614A-6F6AA9F0633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91F2A5D-F5A3-D823-AC38-7E68C89292D0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Store &amp; Configuration in Redux Toolkit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E83A1FA8-10FE-2D4E-39EB-872A7BDF5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4C3EC31-8B8F-E5E5-4108-1157654D8404}"/>
              </a:ext>
            </a:extLst>
          </p:cNvPr>
          <p:cNvSpPr txBox="1"/>
          <p:nvPr/>
        </p:nvSpPr>
        <p:spPr>
          <a:xfrm>
            <a:off x="269562" y="1109730"/>
            <a:ext cx="8874438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The store is the central place where the entire application state is stored.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It holds the current state tree and allows state updates through dispatched actions.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In Redux Toolkit, store creation is simplified using </a:t>
            </a:r>
            <a:r>
              <a:rPr lang="en-GB" sz="1600" dirty="0" err="1"/>
              <a:t>configureStore</a:t>
            </a:r>
            <a:r>
              <a:rPr lang="en-GB" sz="1600" dirty="0"/>
              <a:t>(), which automatically sets up middleware and development tools.</a:t>
            </a:r>
          </a:p>
          <a:p>
            <a:pPr fontAlgn="base"/>
            <a:endParaRPr lang="en-GB" sz="1600" dirty="0"/>
          </a:p>
          <a:p>
            <a:pPr fontAlgn="base"/>
            <a:r>
              <a:rPr lang="en-GB" sz="1600" b="1" dirty="0"/>
              <a:t>Store configuration defines: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The root reducer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Middleware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Development tools integration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Redux Toolkit configures these automatically, reducing manual setup and configuration errors.</a:t>
            </a:r>
          </a:p>
          <a:p>
            <a:pPr fontAlgn="base"/>
            <a:endParaRPr lang="en-GB" sz="1600" dirty="0"/>
          </a:p>
          <a:p>
            <a:pPr fontAlgn="base"/>
            <a:r>
              <a:rPr lang="en-GB" sz="1600" dirty="0"/>
              <a:t>The store ensures a single source of truth, making state management predictable and traceable.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41F94B-4381-9960-700F-E0E3150A567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C4CD5BA6-C07A-1DF8-879C-A5E9C3432C02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88EBE040-CA66-B9AA-D219-417CCA8CD72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002F189B-2F78-0FBE-9BE2-5FCCD02BA85A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5131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4881312-8C34-11D8-A0D1-FDC73B35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FB77EF3-ED72-3523-B555-000DAE4F3E3C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413BF18-54E0-F7D8-FB94-DBB30127E4F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A1805F4-1C2C-6914-B520-7BBFCEDC25F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600" b="1" dirty="0"/>
                <a:t>Slice &amp; Importance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71CDE13-0AA7-94B4-A34B-5D2A3CC300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7DBA305-99A9-2627-CC23-48241F7BDC93}"/>
              </a:ext>
            </a:extLst>
          </p:cNvPr>
          <p:cNvSpPr txBox="1"/>
          <p:nvPr/>
        </p:nvSpPr>
        <p:spPr>
          <a:xfrm>
            <a:off x="347953" y="932093"/>
            <a:ext cx="864524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A slice is a collection of Redux logic related to a specific feature of the application.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It includes the initial state, reducers, and actions in a single file.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Slices promote modular and feature-based architecture, making large applications easier to manage.</a:t>
            </a:r>
          </a:p>
          <a:p>
            <a:pPr fontAlgn="base">
              <a:lnSpc>
                <a:spcPct val="150000"/>
              </a:lnSpc>
            </a:pPr>
            <a:r>
              <a:rPr lang="en-GB" sz="1600" b="1" dirty="0"/>
              <a:t>Importance of Slices :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Slices improve application structure by: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Grouping related state and logic together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Reducing file fragmentation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Improving code organization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Making features easier to scale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Each slice represents a logical unit of the application.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1459E1-7AF1-A55C-BDB6-D6202C2488AF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7B990DCC-ED35-C11B-FB01-016307CF15E5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F960A93-B946-DCAB-25E9-3CE87675CE2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E8EA1C90-A413-9C71-2F44-E4AE3A90F17F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382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856B544-7EFD-A3F9-0AEF-9FE15700C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40D73656-3772-F07D-A15C-6FE2A1BEC944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798F6BBE-B159-465A-934B-92B51DD6224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5B2F6733-41B6-49C3-6C58-81445EE09CB3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749E346-8CF2-76ED-2B63-A83F534FF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24AFBD17-599D-A9C5-B47B-6BB71EB243A7}"/>
              </a:ext>
            </a:extLst>
          </p:cNvPr>
          <p:cNvSpPr txBox="1"/>
          <p:nvPr/>
        </p:nvSpPr>
        <p:spPr>
          <a:xfrm>
            <a:off x="436859" y="1063168"/>
            <a:ext cx="8707141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Reducers are pure functions that define how the state changes in response to actions.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They take the current state and an action, and return a new state.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In Redux Toolkit, reducers can directly modify the state because it internally uses Immer, which ensures immutability.</a:t>
            </a:r>
          </a:p>
          <a:p>
            <a:pPr fontAlgn="base">
              <a:lnSpc>
                <a:spcPct val="150000"/>
              </a:lnSpc>
            </a:pPr>
            <a:r>
              <a:rPr lang="en-GB" sz="1600" b="1" dirty="0"/>
              <a:t>Reducers Behaviour in Redux Toolkit: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Do not mutate actual state directly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Ensure predictable state updates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Improve code readability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Remove the need for manual state copying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This makes state updates simpler and less error-prone.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AF76D3-1C67-D56C-1204-3AAFD499F3EE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EE54ACBA-E913-5D9B-23F8-C2BDA02F49F6}"/>
              </a:ext>
            </a:extLst>
          </p:cNvPr>
          <p:cNvGrpSpPr/>
          <p:nvPr/>
        </p:nvGrpSpPr>
        <p:grpSpPr>
          <a:xfrm>
            <a:off x="648523" y="448456"/>
            <a:ext cx="8245053" cy="823292"/>
            <a:chOff x="-2423" y="7095"/>
            <a:chExt cx="5583357" cy="823292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6140E404-9819-8236-CC47-1FF8D42D4E94}"/>
                </a:ext>
              </a:extLst>
            </p:cNvPr>
            <p:cNvSpPr/>
            <p:nvPr/>
          </p:nvSpPr>
          <p:spPr>
            <a:xfrm>
              <a:off x="0" y="7095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Reducer &amp; its Behaviour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19993986-5375-3520-905D-539005CE73B2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4998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250F2A49-37A2-9F01-6291-3CF4CE82C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465334DD-2F4B-836D-8ED3-30E20C7FFE41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E595FF9-F3C2-6259-72B9-C22968966B6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D7F4CC-A3C4-BE90-EBF7-4277616E5632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837A941-BF70-701B-BB38-BDE37022FD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8BD907E-B35A-3BD5-4224-C5933A182BCA}"/>
              </a:ext>
            </a:extLst>
          </p:cNvPr>
          <p:cNvSpPr txBox="1"/>
          <p:nvPr/>
        </p:nvSpPr>
        <p:spPr>
          <a:xfrm>
            <a:off x="383638" y="1100840"/>
            <a:ext cx="8707141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Actions are plain JavaScript objects that describe what happened in the application.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They signal the intent to update the state.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Redux Toolkit automatically generates action creators from reducers, eliminating the need to write them manually.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endParaRPr lang="en-GB" sz="1600" dirty="0"/>
          </a:p>
          <a:p>
            <a:pPr fontAlgn="base"/>
            <a:r>
              <a:rPr lang="en-GB" sz="1600" b="1" dirty="0"/>
              <a:t>Actions play a key role by: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Triggering state updates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Carrying data to reducers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1600" dirty="0"/>
              <a:t>Maintaining a clear flow of state changes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1600" dirty="0"/>
          </a:p>
          <a:p>
            <a:pPr fontAlgn="base"/>
            <a:r>
              <a:rPr lang="en-GB" sz="1600" dirty="0"/>
              <a:t>Actions help maintain unidirectional data flow, which is a core principle of Redux.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1F6495-9F0D-5B06-20E7-3A5864C96D44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BBABAA2-5BB3-C883-2379-6680D514AC1E}"/>
              </a:ext>
            </a:extLst>
          </p:cNvPr>
          <p:cNvGrpSpPr/>
          <p:nvPr/>
        </p:nvGrpSpPr>
        <p:grpSpPr>
          <a:xfrm>
            <a:off x="648523" y="448456"/>
            <a:ext cx="8245053" cy="823292"/>
            <a:chOff x="-2423" y="7095"/>
            <a:chExt cx="5583357" cy="823292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8D07CE03-BCEB-7D01-A9EC-A3B649A4F8C1}"/>
                </a:ext>
              </a:extLst>
            </p:cNvPr>
            <p:cNvSpPr/>
            <p:nvPr/>
          </p:nvSpPr>
          <p:spPr>
            <a:xfrm>
              <a:off x="0" y="7095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Actions &amp; Key Role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5345B4E0-0302-DBA9-C004-D6F0402B50E5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6200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6584FAA-BAF6-8F29-AFD6-50DD8F2AA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6849020-6509-2DA9-B773-DD3B6797BD6E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4876C8BF-022C-4A96-E1A3-7B1E8EB1CF32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87901DD-778F-0E61-3B95-C0EDCFA28E21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B1F5ADD-AE7B-9B0A-38AE-24D0E6DD7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32D50DAE-A033-EEEB-CC26-56D47972ECAA}"/>
              </a:ext>
            </a:extLst>
          </p:cNvPr>
          <p:cNvSpPr txBox="1"/>
          <p:nvPr/>
        </p:nvSpPr>
        <p:spPr>
          <a:xfrm>
            <a:off x="436859" y="1271748"/>
            <a:ext cx="8707141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Selectors in React Redux serve as efficient filters for accessing specific data from the Redux store. They encapsulate logic for data retrieval, optimizing performance, and promoting code reusability. </a:t>
            </a:r>
          </a:p>
          <a:p>
            <a:pPr fontAlgn="base"/>
            <a:endParaRPr lang="en-GB" sz="1600" dirty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By using </a:t>
            </a:r>
            <a:r>
              <a:rPr lang="en-GB" sz="1600" dirty="0" err="1"/>
              <a:t>memoization</a:t>
            </a:r>
            <a:r>
              <a:rPr lang="en-GB" sz="1600" dirty="0"/>
              <a:t>, selectors cache results to prevent unnecessary re-renders, thus enhancing overall application efficiency. </a:t>
            </a:r>
          </a:p>
          <a:p>
            <a:pPr fontAlgn="base"/>
            <a:endParaRPr lang="en-GB" sz="1600" dirty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They make efficient in the process of accessing and transforming data, contributing to improved development efficiency and code quality.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FEEF44-8005-FE0E-3365-1D2FD48B730E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F4B41F38-73EE-69E0-F2D3-A1DB7CD8CE7A}"/>
              </a:ext>
            </a:extLst>
          </p:cNvPr>
          <p:cNvGrpSpPr/>
          <p:nvPr/>
        </p:nvGrpSpPr>
        <p:grpSpPr>
          <a:xfrm>
            <a:off x="648523" y="448456"/>
            <a:ext cx="8245053" cy="823292"/>
            <a:chOff x="-2423" y="7095"/>
            <a:chExt cx="5583357" cy="823292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6C1599E8-9FB4-BCEA-878F-5C045753ED05}"/>
                </a:ext>
              </a:extLst>
            </p:cNvPr>
            <p:cNvSpPr/>
            <p:nvPr/>
          </p:nvSpPr>
          <p:spPr>
            <a:xfrm>
              <a:off x="0" y="7095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Selectors in Redux Toolkit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28916182-09CD-A1F7-8EE0-F4DD23F13AE0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6636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9D38EB5-9C10-49E7-D61C-66916ED06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4B1D2AAE-0355-2DCE-5B1C-FF35C7DDCFE4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9610AD97-331C-5890-7391-0CB6F5714E67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0309BFB-1815-556E-DF05-4283D256B83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EC901BC-8919-730D-6BF8-C9C75CD62C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86684C0-EFC8-13D9-655F-FD0241D249E4}"/>
              </a:ext>
            </a:extLst>
          </p:cNvPr>
          <p:cNvSpPr txBox="1"/>
          <p:nvPr/>
        </p:nvSpPr>
        <p:spPr>
          <a:xfrm>
            <a:off x="436859" y="1118013"/>
            <a:ext cx="8707141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b="1" dirty="0"/>
              <a:t>Data Extraction</a:t>
            </a:r>
            <a:r>
              <a:rPr lang="en-GB" sz="1600" dirty="0"/>
              <a:t>: Selectors are functions that extract specific pieces of data from the Redux store.</a:t>
            </a:r>
          </a:p>
          <a:p>
            <a:pPr fontAlgn="base"/>
            <a:endParaRPr lang="en-GB" sz="1600" dirty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b="1" dirty="0"/>
              <a:t>Abstraction Layer</a:t>
            </a:r>
            <a:r>
              <a:rPr lang="en-GB" sz="1600" dirty="0"/>
              <a:t>: They act as an abstraction layer between your components and the store, making it easier to access and manipulate data.</a:t>
            </a:r>
          </a:p>
          <a:p>
            <a:pPr fontAlgn="base"/>
            <a:endParaRPr lang="en-GB" sz="1600" dirty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b="1" dirty="0"/>
              <a:t>Memoization</a:t>
            </a:r>
            <a:r>
              <a:rPr lang="en-GB" sz="1600" dirty="0"/>
              <a:t>: Selectors are </a:t>
            </a:r>
            <a:r>
              <a:rPr lang="en-GB" sz="1600" dirty="0" err="1"/>
              <a:t>memoized</a:t>
            </a:r>
            <a:r>
              <a:rPr lang="en-GB" sz="1600" dirty="0"/>
              <a:t>, meaning they cache the results of their computations. This improves performance by preventing unnecessary re-renders when the same data is requested multiple times.</a:t>
            </a:r>
          </a:p>
          <a:p>
            <a:pPr fontAlgn="base"/>
            <a:endParaRPr lang="en-GB" sz="1600" dirty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b="1" dirty="0"/>
              <a:t>Encapsulation of Logic</a:t>
            </a:r>
            <a:r>
              <a:rPr lang="en-GB" sz="1600" dirty="0"/>
              <a:t>: They encapsulate any logic needed to derive derived data from the store, such as filtering, sorting, or combining multiple pieces of data.</a:t>
            </a:r>
          </a:p>
          <a:p>
            <a:pPr fontAlgn="base"/>
            <a:endParaRPr lang="en-GB" sz="1600" dirty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b="1" dirty="0"/>
              <a:t>Reusability</a:t>
            </a:r>
            <a:r>
              <a:rPr lang="en-GB" sz="1600" dirty="0"/>
              <a:t>: Selectors promote code reusability by allowing you to define data retrieval logic once and reuse it across multiple components.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E99DC6-FB42-07FE-CFD0-3B951293F08C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E10795C-8879-9811-191E-8190AE2EB8A5}"/>
              </a:ext>
            </a:extLst>
          </p:cNvPr>
          <p:cNvGrpSpPr/>
          <p:nvPr/>
        </p:nvGrpSpPr>
        <p:grpSpPr>
          <a:xfrm>
            <a:off x="648523" y="448456"/>
            <a:ext cx="8245053" cy="823292"/>
            <a:chOff x="-2423" y="7095"/>
            <a:chExt cx="5583357" cy="823292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46EF8D86-E393-5D84-A174-34048B3362E8}"/>
                </a:ext>
              </a:extLst>
            </p:cNvPr>
            <p:cNvSpPr/>
            <p:nvPr/>
          </p:nvSpPr>
          <p:spPr>
            <a:xfrm>
              <a:off x="0" y="7095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Selectors in Redux Toolkit (Contd.)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B95FB58F-DD68-DCBC-44C6-AA0A29902074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5251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F550E18-C2B5-1B6E-B5FF-43D016397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19C11AA-3341-E692-30C6-302CE09FBB9E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E0F81368-7B47-ED3C-38BB-237953032D5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4C79A58-1ED5-87B5-9480-C9389007963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7849CF2D-43CC-7590-AB72-4919DD9D17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B1AD8FA-D98D-D78E-5AA4-DAC15D305757}"/>
              </a:ext>
            </a:extLst>
          </p:cNvPr>
          <p:cNvSpPr txBox="1"/>
          <p:nvPr/>
        </p:nvSpPr>
        <p:spPr>
          <a:xfrm>
            <a:off x="385500" y="1292806"/>
            <a:ext cx="8810449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dirty="0"/>
              <a:t>Selectors provide several advantages: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Encapsulate state structure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Improve code reusability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Reduce unnecessary re-renders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Simplify component logic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Selectors act as a bridge between the Redux store and UI components.</a:t>
            </a:r>
          </a:p>
          <a:p>
            <a:pPr fontAlgn="base">
              <a:lnSpc>
                <a:spcPct val="150000"/>
              </a:lnSpc>
            </a:pPr>
            <a:endParaRPr lang="en-GB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032BB5-7146-575C-1F84-82756010D3F1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13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61E8144F-6089-1B4D-49BD-1B06084EDB6B}"/>
              </a:ext>
            </a:extLst>
          </p:cNvPr>
          <p:cNvGrpSpPr/>
          <p:nvPr/>
        </p:nvGrpSpPr>
        <p:grpSpPr>
          <a:xfrm>
            <a:off x="648523" y="526102"/>
            <a:ext cx="8241475" cy="665888"/>
            <a:chOff x="-2423" y="164499"/>
            <a:chExt cx="5580934" cy="6658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6C26B34B-A09A-09DB-138D-ACF131B2D12A}"/>
                </a:ext>
              </a:extLst>
            </p:cNvPr>
            <p:cNvSpPr/>
            <p:nvPr/>
          </p:nvSpPr>
          <p:spPr>
            <a:xfrm>
              <a:off x="-2423" y="1644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fontAlgn="base"/>
              <a:r>
                <a:rPr lang="en-GB" sz="3200" b="1" dirty="0"/>
                <a:t>Benefits of Selectors</a:t>
              </a: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2B404ACF-A893-11DC-7307-81D33DABD874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8907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FAQ’s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2518" y="862360"/>
            <a:ext cx="8280399" cy="3850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1. Redux Toolkit is mainly used to: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Style components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Manage global state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Handle routing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Fetch APIs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B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2. A slice in Redux Toolkit represents: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Entire application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UI component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Feature-specific state and logic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Middleware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C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3. Selectors are used to: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Update state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Dispatch actions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Read data from store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Configure middleware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C</a:t>
            </a:r>
            <a:endParaRPr sz="1100" b="1" i="0" u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385500" y="1422025"/>
            <a:ext cx="8942119" cy="289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dirty="0"/>
              <a:t>• Redux Toolkit Official Documentation</a:t>
            </a:r>
            <a:br>
              <a:rPr lang="en-GB" dirty="0"/>
            </a:br>
            <a:r>
              <a:rPr lang="en-GB" dirty="0">
                <a:hlinkClick r:id="rId3"/>
              </a:rPr>
              <a:t>https://redux-toolkit.js.org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Redux Core Concepts</a:t>
            </a:r>
            <a:br>
              <a:rPr lang="en-GB" dirty="0"/>
            </a:br>
            <a:r>
              <a:rPr lang="en-GB" dirty="0">
                <a:hlinkClick r:id="rId4"/>
              </a:rPr>
              <a:t>https://redux.js.org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React Redux Documentation</a:t>
            </a:r>
            <a:br>
              <a:rPr lang="en-GB" dirty="0"/>
            </a:br>
            <a:r>
              <a:rPr lang="en-GB" dirty="0">
                <a:hlinkClick r:id="rId5"/>
              </a:rPr>
              <a:t>https://react-redux.js.org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React Redux Selectors</a:t>
            </a:r>
          </a:p>
          <a:p>
            <a:r>
              <a:rPr lang="en-GB" dirty="0">
                <a:hlinkClick r:id="rId6"/>
              </a:rPr>
              <a:t>https://www.geeksforgeeks.org/reactjs/explain-selectors-in-react-redux/</a:t>
            </a:r>
            <a:endParaRPr lang="en-GB" dirty="0"/>
          </a:p>
          <a:p>
            <a:br>
              <a:rPr lang="en-GB" dirty="0"/>
            </a:b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tushar.e18319@cumail.in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3071</TotalTime>
  <Words>1163</Words>
  <Application>Microsoft Office PowerPoint</Application>
  <PresentationFormat>On-screen Show (16:9)</PresentationFormat>
  <Paragraphs>212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 Black</vt:lpstr>
      <vt:lpstr>Calibri</vt:lpstr>
      <vt:lpstr>Arial</vt:lpstr>
      <vt:lpstr>Lato</vt:lpstr>
      <vt:lpstr>Wingdings</vt:lpstr>
      <vt:lpstr>Vladimir Script</vt:lpstr>
      <vt:lpstr>Times New Roman</vt:lpstr>
      <vt:lpstr>Cambria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Tushar Sood</dc:creator>
  <cp:lastModifiedBy>Pankaj</cp:lastModifiedBy>
  <cp:revision>85</cp:revision>
  <dcterms:modified xsi:type="dcterms:W3CDTF">2025-12-14T11:35:14Z</dcterms:modified>
</cp:coreProperties>
</file>