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352" r:id="rId15"/>
    <p:sldId id="353" r:id="rId16"/>
    <p:sldId id="355" r:id="rId17"/>
    <p:sldId id="288" r:id="rId18"/>
    <p:sldId id="300" r:id="rId19"/>
    <p:sldId id="305" r:id="rId2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Vladimir Script" panose="03050402040407070305" pitchFamily="66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5771426-9A0A-16D5-28AF-B302A9B2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DCD7DC-C733-E58A-088C-A68BBBD4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0AA03E8-1D84-2E7D-4681-31104643E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62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B9FF56E-82BB-BC46-8B26-42967B4D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59EEBC6-F03A-8F75-0D9B-A28C3D97E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ACFBF48-8318-6181-3905-9ABAAEB76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12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90C38AE-9E04-E286-09AA-AEB607D0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D2919ED-00B7-F481-DDB0-1807BEF7F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2C0B71C-3082-7EF3-85C8-F461FA758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5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yled-components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react" TargetMode="External"/><Relationship Id="rId5" Type="http://schemas.openxmlformats.org/officeDocument/2006/relationships/hyperlink" Target="https://developer.mozilla.org/" TargetMode="External"/><Relationship Id="rId4" Type="http://schemas.openxmlformats.org/officeDocument/2006/relationships/hyperlink" Target="https://react.dev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3                    Lecture No.2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Styled Components: Dynamic props, Global styles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8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concept of Styled Components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dynamic styling using props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global styles in Styled Components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component composition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Identify advantages of using Styled Components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What are Styled Components?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66343"/>
            <a:ext cx="862731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Styled Components is a library that allows developers to style React components using tagged template literals.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Each styled component generates a unique class name, preventing CSS conflicts.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approach combines logic and styling in one place, improving component encapsulation.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Why Use Styled Components?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Styled Components are used because they: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Scope styles to components automatically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Avoid class name collisions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Support dynamic styling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Improve maintainability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Work well with component-based architecture</a:t>
            </a:r>
          </a:p>
          <a:p>
            <a:pPr marL="76200" indent="0"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They are especially useful in large React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Dynamic Props in Styled Components </a:t>
              </a:r>
              <a:endParaRPr lang="en-IN" sz="32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Dynamic props allow styles to change based on component properties.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Styled Components can access React props to apply conditional styling.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This enables components to adapt their appearance based on state, user interaction, or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Importance of Dynamic Styling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94207" y="1171600"/>
            <a:ext cx="8001000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Dynamic styling helps in: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Creating reusable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Implementing themes and variants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Handling active, disabled, or error states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Improving UI flexibility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It reduces the need for multiple CSS classes.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How Dynamic Props Work ?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415633" y="1173022"/>
            <a:ext cx="897774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When a prop is passed to a styled component, it can be used inside the CSS definition.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component recalculates styles whenever the prop value changes.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ensures styles remain synchronized with component logic.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Global Styles in Styled Components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562146" y="1033529"/>
            <a:ext cx="80010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Global styles are used to define application-wide CSS rules.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affect elements such as body, headings, fonts, and default margins.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Styled Components provide a special mechanism to define global styles without breaking encapsulation.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Why Global Styles Are Needed ?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643779" y="972426"/>
            <a:ext cx="897774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en-IN" sz="1600" b="1" dirty="0"/>
              <a:t>Global styles are required to: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Reset default browser styles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Define base typography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Set background </a:t>
            </a:r>
            <a:r>
              <a:rPr lang="en-IN" sz="1600" dirty="0" err="1"/>
              <a:t>colors</a:t>
            </a:r>
            <a:endParaRPr lang="en-IN" sz="1600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Maintain consistent UI across pages</a:t>
            </a:r>
          </a:p>
          <a:p>
            <a:pPr fontAlgn="base">
              <a:lnSpc>
                <a:spcPct val="200000"/>
              </a:lnSpc>
            </a:pPr>
            <a:endParaRPr lang="en-IN" sz="1600" dirty="0"/>
          </a:p>
          <a:p>
            <a:pPr fontAlgn="base">
              <a:lnSpc>
                <a:spcPct val="200000"/>
              </a:lnSpc>
            </a:pPr>
            <a:r>
              <a:rPr lang="en-IN" sz="1600" dirty="0"/>
              <a:t>They complement component-level styles.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Benefits of Using Global Styles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438832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57FA0CB-C0E2-2561-594C-E584D83C7DB8}"/>
              </a:ext>
            </a:extLst>
          </p:cNvPr>
          <p:cNvSpPr txBox="1"/>
          <p:nvPr/>
        </p:nvSpPr>
        <p:spPr>
          <a:xfrm>
            <a:off x="451262" y="1173022"/>
            <a:ext cx="869273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600" b="1" dirty="0"/>
              <a:t>Using global styles: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Improves UI consistency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Reduces repetitive styling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Simplifies layout setup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Works well with theming</a:t>
            </a:r>
          </a:p>
          <a:p>
            <a:pPr>
              <a:lnSpc>
                <a:spcPct val="200000"/>
              </a:lnSpc>
            </a:pPr>
            <a:endParaRPr lang="en-GB" sz="1600" dirty="0"/>
          </a:p>
          <a:p>
            <a:pPr>
              <a:lnSpc>
                <a:spcPct val="200000"/>
              </a:lnSpc>
            </a:pPr>
            <a:r>
              <a:rPr lang="en-GB" sz="1600" dirty="0"/>
              <a:t>Global styles act as a foundation layer for the application UI.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Component Composition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567211" y="1173022"/>
            <a:ext cx="867459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Component composition refers to building complex components by combining simpler styled components.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Styled Components support composition by extending or reusing existing styled components.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follows </a:t>
            </a:r>
            <a:r>
              <a:rPr lang="en-GB" sz="1600" dirty="0" err="1"/>
              <a:t>React’s</a:t>
            </a:r>
            <a:r>
              <a:rPr lang="en-GB" sz="1600" dirty="0"/>
              <a:t> principle of composition over inheritance.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Importance of Component Composition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498760" y="1159392"/>
            <a:ext cx="864524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1600" b="1" dirty="0"/>
              <a:t>Component composition helps in: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Reusing styles efficiently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Avoiding duplicate code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Improving scalability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Maintaining consistent design</a:t>
            </a:r>
          </a:p>
          <a:p>
            <a:pPr fontAlgn="base">
              <a:lnSpc>
                <a:spcPct val="150000"/>
              </a:lnSpc>
            </a:pPr>
            <a:endParaRPr lang="en-IN" sz="1600" dirty="0"/>
          </a:p>
          <a:p>
            <a:pPr fontAlgn="base">
              <a:lnSpc>
                <a:spcPct val="150000"/>
              </a:lnSpc>
            </a:pPr>
            <a:r>
              <a:rPr lang="en-IN" sz="1600" dirty="0"/>
              <a:t>It allows developers to create flexible UI components.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Extending Styled Components 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7B435D8-92FD-4600-B059-EEC9E5B6731D}"/>
              </a:ext>
            </a:extLst>
          </p:cNvPr>
          <p:cNvSpPr txBox="1"/>
          <p:nvPr/>
        </p:nvSpPr>
        <p:spPr>
          <a:xfrm>
            <a:off x="498760" y="1305170"/>
            <a:ext cx="864524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Styled Components can be extended to create new variations without rewriting styles.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base component remains unchanged while new styles are layered on top.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improves maintainability and design consistency.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3F45145-E73B-FD94-CA99-14803F7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3DBCE09-EDB8-6011-2DC0-70F42438823D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F71F62-3E21-D55A-3312-FF9FBF67618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7FD72D-8F4B-FD20-94D3-FCC5DBE49AD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Styled Components vs Traditional CSS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48CF0B4-3F1A-EC03-4387-21E2E743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F2803-4CDF-C481-6798-88D4B004C08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42C23A8A-99EB-10B8-F7A7-4E8F856A7B00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261A4A-47C5-DE5E-127C-8240ECEF80D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4D7E7EB-8E9E-7840-22A6-3FF10898E1F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C9C9C1-A548-9F0E-DEC1-B73122B0E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211126"/>
              </p:ext>
            </p:extLst>
          </p:nvPr>
        </p:nvGraphicFramePr>
        <p:xfrm>
          <a:off x="385500" y="1684658"/>
          <a:ext cx="8521700" cy="1524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10621850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626653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Styled Components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Traditional CSS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18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Scoped to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Global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83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Dynamic styling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Static styling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425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No class 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Possible conflicts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253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JS-based styling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Separate CSS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622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0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CC63EC8-2A20-2736-94CA-94B96A9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F116E624-87B7-224B-3F7F-2F85763702F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CE43CA2-2E2C-A348-93F6-60EE37EE33B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30604D3-95AB-B630-9585-95731A637BB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Advantages of Styled Components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4AAB07B-0DC9-E30A-CCB4-114C1748A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01DD256-8483-341B-CFBB-2266D6AD7EBF}"/>
              </a:ext>
            </a:extLst>
          </p:cNvPr>
          <p:cNvSpPr txBox="1"/>
          <p:nvPr/>
        </p:nvSpPr>
        <p:spPr>
          <a:xfrm>
            <a:off x="498760" y="1305170"/>
            <a:ext cx="864524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Component-scoped styles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Dynamic styling with props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Better maintainability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Easy theming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Cleaner component architecture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Styled Components align well with modern React development.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19543-3D29-0DBA-47C4-481D105D689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BD0D734D-CFA3-8862-AC3E-F6CFC4E45BC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9224B37-4524-39E9-389F-C928819B112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3D534A5-F51D-A656-4777-10EB9058EEE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864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C76FD42-0004-6A8E-6DFC-9E174174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07EF80F-DC6F-7578-2543-C16688659B57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0A7A3F8-B9D6-E522-0AB9-FB40B8F3065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1AA4311-DE58-E282-B8EA-BAE3B519FB8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Real World Use Cases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CDDAFFF-086D-CD50-49EC-45DEB21C9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10A99-22B4-6287-B544-2AE3FA0A33E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F751278-FDA5-134E-F9CF-922393D6C5AE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DF46F7B6-6D17-0763-7484-CB1D9822B92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62D1478-841A-675C-D035-E0CFDB60E55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DEEF24-0153-F1E7-34D8-8D9B29FAB28C}"/>
              </a:ext>
            </a:extLst>
          </p:cNvPr>
          <p:cNvSpPr txBox="1"/>
          <p:nvPr/>
        </p:nvSpPr>
        <p:spPr>
          <a:xfrm>
            <a:off x="672066" y="1148548"/>
            <a:ext cx="808643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Styled Components are commonly used in: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Large React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Design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Themed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Component libraries</a:t>
            </a:r>
          </a:p>
          <a:p>
            <a:endParaRPr lang="en-GB" dirty="0"/>
          </a:p>
          <a:p>
            <a:r>
              <a:rPr lang="en-GB" dirty="0"/>
              <a:t>They are popular in production-level projects.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64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Styled Components is a: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CSS framework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CSS-in-JS library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UI library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State management tool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Dynamic props are used to: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Fetch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Change styles based on props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Manage routing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Handle forms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  <a:endParaRPr sz="14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Styled Components Official Documentation</a:t>
            </a:r>
            <a:br>
              <a:rPr lang="en-GB" dirty="0"/>
            </a:br>
            <a:r>
              <a:rPr lang="en-GB" dirty="0">
                <a:hlinkClick r:id="rId3"/>
              </a:rPr>
              <a:t>https://styled-components.com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Official Docs – Styling</a:t>
            </a:r>
            <a:br>
              <a:rPr lang="en-GB" dirty="0"/>
            </a:br>
            <a:r>
              <a:rPr lang="en-GB" dirty="0">
                <a:hlinkClick r:id="rId4"/>
              </a:rPr>
              <a:t>https://react.dev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MDN – CSS-in-JS Concepts</a:t>
            </a:r>
            <a:br>
              <a:rPr lang="en-GB" dirty="0"/>
            </a:br>
            <a:r>
              <a:rPr lang="en-GB" dirty="0">
                <a:hlinkClick r:id="rId5"/>
              </a:rPr>
              <a:t>https://developer.mozilla.org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W3Schools – React Styling</a:t>
            </a:r>
            <a:br>
              <a:rPr lang="en-GB" dirty="0"/>
            </a:br>
            <a:r>
              <a:rPr lang="en-GB" dirty="0">
                <a:hlinkClick r:id="rId6"/>
              </a:rPr>
              <a:t>https://www.w3schools.com/react</a:t>
            </a:r>
            <a:endParaRPr lang="en-GB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3129</TotalTime>
  <Words>771</Words>
  <Application>Microsoft Office PowerPoint</Application>
  <PresentationFormat>On-screen Show (16:9)</PresentationFormat>
  <Paragraphs>187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Black</vt:lpstr>
      <vt:lpstr>Calibri</vt:lpstr>
      <vt:lpstr>Arial</vt:lpstr>
      <vt:lpstr>Lato</vt:lpstr>
      <vt:lpstr>Wingdings</vt:lpstr>
      <vt:lpstr>Vladimir Script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90</cp:revision>
  <dcterms:modified xsi:type="dcterms:W3CDTF">2025-12-14T13:48:56Z</dcterms:modified>
</cp:coreProperties>
</file>