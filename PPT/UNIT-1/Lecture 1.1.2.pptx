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3" r:id="rId3"/>
    <p:sldId id="306" r:id="rId4"/>
    <p:sldId id="285" r:id="rId5"/>
    <p:sldId id="309" r:id="rId6"/>
    <p:sldId id="312" r:id="rId7"/>
    <p:sldId id="313" r:id="rId8"/>
    <p:sldId id="331" r:id="rId9"/>
    <p:sldId id="332" r:id="rId10"/>
    <p:sldId id="333" r:id="rId11"/>
    <p:sldId id="334" r:id="rId12"/>
    <p:sldId id="335" r:id="rId13"/>
    <p:sldId id="288" r:id="rId14"/>
    <p:sldId id="300" r:id="rId15"/>
    <p:sldId id="305" r:id="rId16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Vladimir Script" panose="03050402040407070305" pitchFamily="66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A40620E-3089-5F8D-090A-DB7E941B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3026ADA-F4BD-437C-FBCE-91ADC1056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74D4E52-C230-743D-BB4C-629D38BE1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426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F2EAF43-0C35-C400-0344-3B8A96A4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6AF32E5-F98E-803F-46B8-3280593DB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E15BFB9-CC2F-AB67-25B2-F78994C09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965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2FB2EF6-F1D7-957A-6C71-777D7B36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591C234-8E88-3C19-C560-1B987DDF1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9EC9A32-A619-030A-C7F5-6D4C04189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464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972A8C1-4C75-F39C-F400-A20161F2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EED3C96-130B-244C-5E9B-499ACAE49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C90747C-F4D4-6666-14F3-D743AC7DED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41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6DAA5FC-9AC5-A424-7F7A-3F2ECBB4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7629C53-2DD9-79F0-A806-110197D39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47C0093-047F-CC0C-D63A-899E53E9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825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4963ED3-C8E0-20E9-8258-D4135EBE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A95CA72-7B27-3900-CA5D-36A6F8A101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6A45E7E-0D78-6E70-A79A-F39E8140C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70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lear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en-US/docs/Web/JavaScript/Guide/Functions" TargetMode="External"/><Relationship Id="rId5" Type="http://schemas.openxmlformats.org/officeDocument/2006/relationships/hyperlink" Target="https://www.w3schools.com/react/react_props.asp" TargetMode="External"/><Relationship Id="rId4" Type="http://schemas.openxmlformats.org/officeDocument/2006/relationships/hyperlink" Target="https://react.dev/learn/passing-props-to-a-component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13400" cy="4322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Chapter No. 1                    Lecture No.2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Components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078" y="1156076"/>
            <a:ext cx="903992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Understanding what Functional Components are in React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Create and using functional components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Understanding the concept of props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Passing data between components using props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Explaining the immutability of props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Using props effectively in real-world React applications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748144" y="218172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Introduction to Functional Components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166775" y="1260369"/>
            <a:ext cx="8810449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Functional Components are JavaScript functions that return JSX (UI elements).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They are the simplest and most widely used components in React.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sz="1600" dirty="0"/>
              <a:t>Key 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Introduced as a simpler alternative to class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Accept props as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Return JSX as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Easier to read, write, and test</a:t>
            </a:r>
            <a:endParaRPr lang="en-US" sz="2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Syntax of Functional Component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0368" y="111434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 functional component is written as a normal JavaScript function.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4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Example: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function Welcome() {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 return &lt;h1&gt;Welcome to React&lt;/h1&gt;;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}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OR using arrow function: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dirty="0" err="1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const</a:t>
            </a: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Welcome = () =&gt; {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 return &lt;h1&gt;Welcome to React&lt;/h1&gt;;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};</a:t>
            </a:r>
            <a:endParaRPr sz="1400" i="0" u="none" strike="noStrike" cap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Advantages of Functional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Component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220A35BA-0CE1-446C-0138-E2E569F15495}"/>
              </a:ext>
            </a:extLst>
          </p:cNvPr>
          <p:cNvSpPr txBox="1"/>
          <p:nvPr/>
        </p:nvSpPr>
        <p:spPr>
          <a:xfrm>
            <a:off x="166775" y="1443729"/>
            <a:ext cx="8810449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GB" sz="1600" dirty="0"/>
              <a:t>Simple and clean syntax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GB" sz="1600" dirty="0"/>
              <a:t>Less boilerplate code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GB" sz="1600" dirty="0"/>
              <a:t>Easy to understand and maintain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GB" sz="1600" dirty="0"/>
              <a:t>Better performance compared to class components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GB" sz="1600" dirty="0"/>
              <a:t>Works well with React Hooks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GB" sz="1600" dirty="0"/>
              <a:t>Widely used in modern React applications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Props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83127" y="1089517"/>
            <a:ext cx="8977746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Props stands for Properties.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Props are arguments passed into React components.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Props are passed to components via HTML attributes.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Props are used to pass data from one component to another.</a:t>
            </a:r>
          </a:p>
          <a:p>
            <a:pPr fontAlgn="base"/>
            <a:endParaRPr lang="en-GB" dirty="0"/>
          </a:p>
          <a:p>
            <a:pPr fontAlgn="base"/>
            <a:r>
              <a:rPr lang="en-GB" dirty="0"/>
              <a:t>Key points: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Props are read-only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Passed from parent to child component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Help make components reusable and dynamic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856B544-7EFD-A3F9-0AEF-9FE15700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0D73656-3772-F07D-A15C-6FE2A1BEC944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98F6BBE-B159-465A-934B-92B51DD6224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B2F6733-41B6-49C3-6C58-81445EE09CB3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749E346-8CF2-76ED-2B63-A83F534FF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24AFBD17-599D-A9C5-B47B-6BB71EB243A7}"/>
              </a:ext>
            </a:extLst>
          </p:cNvPr>
          <p:cNvSpPr txBox="1"/>
          <p:nvPr/>
        </p:nvSpPr>
        <p:spPr>
          <a:xfrm>
            <a:off x="83127" y="1216757"/>
            <a:ext cx="8810449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dirty="0"/>
              <a:t>Props are received as a parameter in functional components.</a:t>
            </a:r>
          </a:p>
          <a:p>
            <a:pPr fontAlgn="base"/>
            <a:endParaRPr lang="en-GB" dirty="0"/>
          </a:p>
          <a:p>
            <a:pPr fontAlgn="base"/>
            <a:r>
              <a:rPr lang="en-GB" b="1" dirty="0"/>
              <a:t>Example:</a:t>
            </a:r>
          </a:p>
          <a:p>
            <a:pPr fontAlgn="base"/>
            <a:endParaRPr lang="en-GB" dirty="0"/>
          </a:p>
          <a:p>
            <a:pPr fontAlgn="base"/>
            <a:r>
              <a:rPr lang="en-GB" dirty="0"/>
              <a:t>function Greeting(props) {</a:t>
            </a:r>
          </a:p>
          <a:p>
            <a:pPr fontAlgn="base"/>
            <a:r>
              <a:rPr lang="en-GB" dirty="0"/>
              <a:t>  return &lt;h2&gt;Hello, {props.name}&lt;/h2&gt;;</a:t>
            </a:r>
          </a:p>
          <a:p>
            <a:pPr fontAlgn="base"/>
            <a:r>
              <a:rPr lang="en-GB" dirty="0"/>
              <a:t>}</a:t>
            </a:r>
          </a:p>
          <a:p>
            <a:pPr fontAlgn="base"/>
            <a:endParaRPr lang="en-GB" dirty="0"/>
          </a:p>
          <a:p>
            <a:pPr fontAlgn="base"/>
            <a:r>
              <a:rPr lang="en-GB" b="1" dirty="0"/>
              <a:t>Component Call:</a:t>
            </a:r>
          </a:p>
          <a:p>
            <a:pPr fontAlgn="base"/>
            <a:endParaRPr lang="en-GB" dirty="0"/>
          </a:p>
          <a:p>
            <a:pPr fontAlgn="base"/>
            <a:r>
              <a:rPr lang="en-GB" dirty="0"/>
              <a:t>&lt;Greeting name="Aman" /&gt;</a:t>
            </a:r>
          </a:p>
          <a:p>
            <a:pPr fontAlgn="base"/>
            <a:endParaRPr lang="en-GB" dirty="0"/>
          </a:p>
          <a:p>
            <a:pPr fontAlgn="base"/>
            <a:r>
              <a:rPr lang="en-GB" b="1" dirty="0"/>
              <a:t>Output:</a:t>
            </a:r>
          </a:p>
          <a:p>
            <a:pPr fontAlgn="base"/>
            <a:r>
              <a:rPr lang="en-GB" dirty="0"/>
              <a:t>Hello, Aman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F76D3-1C67-D56C-1204-3AAFD499F3E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E54ACBA-E913-5D9B-23F8-C2BDA02F49F6}"/>
              </a:ext>
            </a:extLst>
          </p:cNvPr>
          <p:cNvGrpSpPr/>
          <p:nvPr/>
        </p:nvGrpSpPr>
        <p:grpSpPr>
          <a:xfrm>
            <a:off x="648523" y="605860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140E404-9819-8236-CC47-1FF8D42D4E94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Using Props in Functional Component</a:t>
              </a:r>
            </a:p>
            <a:p>
              <a:pPr algn="ctr" fontAlgn="base"/>
              <a:endParaRPr lang="en-GB" sz="3200" b="1" dirty="0"/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19993986-5375-3520-905D-539005CE73B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499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50E18-C2B5-1B6E-B5FF-43D01639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19C11AA-3341-E692-30C6-302CE09FBB9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0F81368-7B47-ED3C-38BB-237953032D5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4C79A58-1ED5-87B5-9480-C9389007963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849CF2D-43CC-7590-AB72-4919DD9D1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B1AD8FA-D98D-D78E-5AA4-DAC15D305757}"/>
              </a:ext>
            </a:extLst>
          </p:cNvPr>
          <p:cNvSpPr txBox="1"/>
          <p:nvPr/>
        </p:nvSpPr>
        <p:spPr>
          <a:xfrm>
            <a:off x="182746" y="1148790"/>
            <a:ext cx="8810449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GB" dirty="0"/>
              <a:t>Props received in arrow function components are </a:t>
            </a:r>
            <a:r>
              <a:rPr lang="en-GB" b="1" dirty="0"/>
              <a:t>read-only</a:t>
            </a:r>
            <a:r>
              <a:rPr lang="en-GB" dirty="0"/>
              <a:t>, meaning they cannot be modified within the component. This helps maintain </a:t>
            </a:r>
            <a:r>
              <a:rPr lang="en-GB" b="1" dirty="0"/>
              <a:t>unidirectional data flow</a:t>
            </a:r>
            <a:r>
              <a:rPr lang="en-GB" dirty="0"/>
              <a:t>, where data moves from parent components to child components.</a:t>
            </a:r>
          </a:p>
          <a:p>
            <a:pPr fontAlgn="base"/>
            <a:endParaRPr lang="en-GB" dirty="0"/>
          </a:p>
          <a:p>
            <a:pPr fontAlgn="base"/>
            <a:r>
              <a:rPr lang="en-GB" dirty="0"/>
              <a:t>Using arrow functions with props is a common practice in modern React development because it results in </a:t>
            </a:r>
            <a:r>
              <a:rPr lang="en-GB" b="1" dirty="0"/>
              <a:t>cleaner code, fewer lines, and better maintainability</a:t>
            </a:r>
            <a:r>
              <a:rPr lang="en-GB" dirty="0"/>
              <a:t>.</a:t>
            </a:r>
          </a:p>
          <a:p>
            <a:pPr fontAlgn="base"/>
            <a:endParaRPr lang="en-GB" b="1" dirty="0"/>
          </a:p>
          <a:p>
            <a:pPr fontAlgn="base"/>
            <a:r>
              <a:rPr lang="en-GB" b="1" dirty="0"/>
              <a:t>Example:</a:t>
            </a:r>
          </a:p>
          <a:p>
            <a:pPr fontAlgn="base"/>
            <a:endParaRPr lang="en-GB" b="1" dirty="0"/>
          </a:p>
          <a:p>
            <a:pPr fontAlgn="base"/>
            <a:r>
              <a:rPr lang="en-GB" dirty="0" err="1"/>
              <a:t>const</a:t>
            </a:r>
            <a:r>
              <a:rPr lang="en-GB" dirty="0"/>
              <a:t> Student = (props) =&gt; {</a:t>
            </a:r>
          </a:p>
          <a:p>
            <a:pPr fontAlgn="base"/>
            <a:r>
              <a:rPr lang="en-GB" dirty="0"/>
              <a:t>  return &lt;p&gt;Student Name: {props.name}&lt;/p&gt;;</a:t>
            </a:r>
          </a:p>
          <a:p>
            <a:pPr fontAlgn="base"/>
            <a:r>
              <a:rPr lang="en-GB" dirty="0"/>
              <a:t>};</a:t>
            </a:r>
          </a:p>
          <a:p>
            <a:pPr fontAlgn="base"/>
            <a:endParaRPr lang="en-GB" b="1" dirty="0"/>
          </a:p>
          <a:p>
            <a:pPr fontAlgn="base"/>
            <a:endParaRPr lang="en-GB" b="1" dirty="0"/>
          </a:p>
          <a:p>
            <a:pPr fontAlgn="base"/>
            <a:r>
              <a:rPr lang="en-GB" b="1" dirty="0"/>
              <a:t>Component Call:</a:t>
            </a:r>
          </a:p>
          <a:p>
            <a:pPr fontAlgn="base"/>
            <a:endParaRPr lang="en-GB" b="1" dirty="0"/>
          </a:p>
          <a:p>
            <a:pPr fontAlgn="base"/>
            <a:r>
              <a:rPr lang="en-GB" dirty="0"/>
              <a:t>&lt;Student name=“Aman" /&gt;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32BB5-7146-575C-1F84-82756010D3F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61E8144F-6089-1B4D-49BD-1B06084EDB6B}"/>
              </a:ext>
            </a:extLst>
          </p:cNvPr>
          <p:cNvGrpSpPr/>
          <p:nvPr/>
        </p:nvGrpSpPr>
        <p:grpSpPr>
          <a:xfrm>
            <a:off x="648523" y="526102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C26B34B-A09A-09DB-138D-ACF131B2D12A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Props with Arrow Function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B404ACF-A893-11DC-7307-81D33DABD87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90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1D4B91-D58B-79D0-32A0-7989FF68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1A5C36B-00A5-64E6-B490-EEB35955B41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016D137-9343-25CB-8404-B6F27434636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3BA3802-77E9-A8ED-B3A5-C639B2ACDE61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B4C5A6A-B94F-A5D0-90AB-5FFF079B8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CE63C4EE-E045-B4F3-78AA-EC7DC96D120C}"/>
              </a:ext>
            </a:extLst>
          </p:cNvPr>
          <p:cNvSpPr txBox="1"/>
          <p:nvPr/>
        </p:nvSpPr>
        <p:spPr>
          <a:xfrm>
            <a:off x="182746" y="1071661"/>
            <a:ext cx="8810449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GB" dirty="0"/>
              <a:t>Multiple props allow components to become </a:t>
            </a:r>
            <a:r>
              <a:rPr lang="en-GB" b="1" dirty="0"/>
              <a:t>dynamic and reusable</a:t>
            </a:r>
            <a:r>
              <a:rPr lang="en-GB" dirty="0"/>
              <a:t>, as the same component can display different data depending on the values passed. This approach supports </a:t>
            </a:r>
            <a:r>
              <a:rPr lang="en-GB" b="1" dirty="0"/>
              <a:t>component reusability</a:t>
            </a:r>
            <a:r>
              <a:rPr lang="en-GB" dirty="0"/>
              <a:t>, which is a core principle of React.</a:t>
            </a:r>
          </a:p>
          <a:p>
            <a:pPr fontAlgn="base"/>
            <a:endParaRPr lang="en-GB" b="1" dirty="0"/>
          </a:p>
          <a:p>
            <a:pPr fontAlgn="base"/>
            <a:r>
              <a:rPr lang="en-GB" b="1" dirty="0"/>
              <a:t>Component:</a:t>
            </a:r>
          </a:p>
          <a:p>
            <a:pPr fontAlgn="base"/>
            <a:endParaRPr lang="en-GB" b="1" dirty="0"/>
          </a:p>
          <a:p>
            <a:pPr fontAlgn="base"/>
            <a:r>
              <a:rPr lang="en-GB" dirty="0"/>
              <a:t>function Profile({ name, age }) {</a:t>
            </a:r>
          </a:p>
          <a:p>
            <a:pPr fontAlgn="base"/>
            <a:r>
              <a:rPr lang="en-GB" dirty="0"/>
              <a:t>  return (</a:t>
            </a:r>
          </a:p>
          <a:p>
            <a:pPr fontAlgn="base"/>
            <a:r>
              <a:rPr lang="en-GB" dirty="0"/>
              <a:t>    &lt;p&gt;</a:t>
            </a:r>
          </a:p>
          <a:p>
            <a:pPr fontAlgn="base"/>
            <a:r>
              <a:rPr lang="en-GB" dirty="0"/>
              <a:t>      Name: {name}, Age: {age}</a:t>
            </a:r>
          </a:p>
          <a:p>
            <a:pPr fontAlgn="base"/>
            <a:r>
              <a:rPr lang="en-GB" dirty="0"/>
              <a:t>    &lt;/p&gt;</a:t>
            </a:r>
          </a:p>
          <a:p>
            <a:pPr fontAlgn="base"/>
            <a:r>
              <a:rPr lang="en-GB" dirty="0"/>
              <a:t>  );</a:t>
            </a:r>
          </a:p>
          <a:p>
            <a:pPr fontAlgn="base"/>
            <a:r>
              <a:rPr lang="en-GB" dirty="0"/>
              <a:t>}</a:t>
            </a:r>
          </a:p>
          <a:p>
            <a:pPr fontAlgn="base"/>
            <a:endParaRPr lang="en-GB" b="1" dirty="0"/>
          </a:p>
          <a:p>
            <a:pPr fontAlgn="base"/>
            <a:r>
              <a:rPr lang="en-GB" b="1" dirty="0"/>
              <a:t>Usage:</a:t>
            </a:r>
          </a:p>
          <a:p>
            <a:pPr fontAlgn="base"/>
            <a:endParaRPr lang="en-GB" b="1" dirty="0"/>
          </a:p>
          <a:p>
            <a:pPr fontAlgn="base"/>
            <a:r>
              <a:rPr lang="en-GB" dirty="0"/>
              <a:t>&lt;Profile name="Raj" age={21} /&gt;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7AB76-EBE9-2F08-F38D-F0A3F6AD325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8AAEF830-FEFC-359C-B2DA-A156BD9AC64F}"/>
              </a:ext>
            </a:extLst>
          </p:cNvPr>
          <p:cNvGrpSpPr/>
          <p:nvPr/>
        </p:nvGrpSpPr>
        <p:grpSpPr>
          <a:xfrm>
            <a:off x="616472" y="321741"/>
            <a:ext cx="8241475" cy="950007"/>
            <a:chOff x="-24127" y="-119620"/>
            <a:chExt cx="5580934" cy="950007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15409A3-FD20-D0D7-7A47-A67265355223}"/>
                </a:ext>
              </a:extLst>
            </p:cNvPr>
            <p:cNvSpPr/>
            <p:nvPr/>
          </p:nvSpPr>
          <p:spPr>
            <a:xfrm>
              <a:off x="-24127" y="-119620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Multiple Props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46ED7786-73C8-3717-37EC-8715FFA239A9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2673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C2B75F1-DC65-1681-FA2D-4E974A69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000606D-0BEA-F43C-7F9C-4FABD5C204CF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92C18FB-523F-CE16-89B2-F676C684BD4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59168C6-C980-82F6-A25B-895B173C8A5D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495FB18-1627-41B7-80C7-33B0911B1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E282682-093E-12CE-076B-36B48FD1D78E}"/>
              </a:ext>
            </a:extLst>
          </p:cNvPr>
          <p:cNvSpPr txBox="1"/>
          <p:nvPr/>
        </p:nvSpPr>
        <p:spPr>
          <a:xfrm>
            <a:off x="214796" y="1315156"/>
            <a:ext cx="8810449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Props cannot be modified inside the child component.</a:t>
            </a:r>
          </a:p>
          <a:p>
            <a:pPr fontAlgn="base"/>
            <a:endParaRPr lang="en-GB" b="1" dirty="0"/>
          </a:p>
          <a:p>
            <a:pPr fontAlgn="base"/>
            <a:r>
              <a:rPr lang="en-GB" b="1" dirty="0"/>
              <a:t>Invalid:</a:t>
            </a:r>
          </a:p>
          <a:p>
            <a:pPr fontAlgn="base"/>
            <a:endParaRPr lang="en-GB" b="1" dirty="0"/>
          </a:p>
          <a:p>
            <a:pPr fontAlgn="base"/>
            <a:r>
              <a:rPr lang="en-GB" dirty="0"/>
              <a:t>props.name = "New Name";</a:t>
            </a:r>
          </a:p>
          <a:p>
            <a:pPr fontAlgn="base"/>
            <a:endParaRPr lang="en-GB" b="1" dirty="0"/>
          </a:p>
          <a:p>
            <a:pPr fontAlgn="base"/>
            <a:endParaRPr lang="en-GB" b="1" dirty="0"/>
          </a:p>
          <a:p>
            <a:pPr fontAlgn="base"/>
            <a:r>
              <a:rPr lang="en-GB" b="1" dirty="0"/>
              <a:t>Valid:</a:t>
            </a:r>
          </a:p>
          <a:p>
            <a:pPr fontAlgn="base"/>
            <a:endParaRPr lang="en-GB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Props should only be read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Changes must be done in the parent component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D17F9-C30C-0BC6-38F4-19F451FC5AD8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BC6A00E-4BD3-64AE-56F2-8BAC8905D086}"/>
              </a:ext>
            </a:extLst>
          </p:cNvPr>
          <p:cNvGrpSpPr/>
          <p:nvPr/>
        </p:nvGrpSpPr>
        <p:grpSpPr>
          <a:xfrm>
            <a:off x="648523" y="390199"/>
            <a:ext cx="8241475" cy="881549"/>
            <a:chOff x="-2423" y="-51162"/>
            <a:chExt cx="5580934" cy="881549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A937AB79-0639-409B-5EA3-5B71444677D0}"/>
                </a:ext>
              </a:extLst>
            </p:cNvPr>
            <p:cNvSpPr/>
            <p:nvPr/>
          </p:nvSpPr>
          <p:spPr>
            <a:xfrm>
              <a:off x="-2423" y="-51162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Immutability in Props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C2AB2BC1-1A1C-80A8-79FC-32C920B47DE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263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97D74F4-6A8F-682B-C1B5-032684FC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978959C-1CA1-82CF-4884-8E3CBF596D4C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55F6A32-4664-5FE0-6A6F-25EAED64878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2376A51-BF88-F16C-0689-1155BF7C59D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8A7948E-BB8D-DA70-93DD-009ECC66F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1A513-FE0C-2ED6-4B97-D0629E36B450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4417B15-3C4F-266A-64A6-4965DA714C5C}"/>
              </a:ext>
            </a:extLst>
          </p:cNvPr>
          <p:cNvGrpSpPr/>
          <p:nvPr/>
        </p:nvGrpSpPr>
        <p:grpSpPr>
          <a:xfrm>
            <a:off x="648523" y="605860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75EFEE7A-57BD-D3E0-1EA7-0BFA0AC2C00E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Functional Component V/s Class Components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96531C5-32AE-D149-E612-766A6A1912F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7E98DD-D876-2C77-80E4-CDF244684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18919"/>
              </p:ext>
            </p:extLst>
          </p:nvPr>
        </p:nvGraphicFramePr>
        <p:xfrm>
          <a:off x="311150" y="2098675"/>
          <a:ext cx="8521700" cy="1524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263980935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2351743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/>
                          </a:solidFill>
                        </a:rPr>
                        <a:t>Functional 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Class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952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Simple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ES6 classes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266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Use props directly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Use this.props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381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No this 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Uses this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24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Preferred in modern React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Less used now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547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147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EA335FC-9943-6D15-D875-31186CA0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4F83402-D53C-67D7-56BD-FAB7085FD497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F98B448-CA0D-B814-2DD8-E1DFF376A34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4C2B4E7-1DE1-4465-8F77-D8433B028593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1EF9A34-1A7E-8DD9-0A82-5720DD05D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942BCFF3-0F79-87CB-DE53-63E3E5B4DA5B}"/>
              </a:ext>
            </a:extLst>
          </p:cNvPr>
          <p:cNvSpPr txBox="1"/>
          <p:nvPr/>
        </p:nvSpPr>
        <p:spPr>
          <a:xfrm>
            <a:off x="331985" y="1221954"/>
            <a:ext cx="881044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1600" dirty="0"/>
              <a:t>Functional components and props are used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Display user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Pass API data to UI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Build reusable UI elements (cards, buttons, forms)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Manage layouts and content dynamically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5E802-8B95-5280-4AAC-ACB089B7E8C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0D87D015-08B4-DA40-EFCC-EFF03FCDDC1F}"/>
              </a:ext>
            </a:extLst>
          </p:cNvPr>
          <p:cNvGrpSpPr/>
          <p:nvPr/>
        </p:nvGrpSpPr>
        <p:grpSpPr>
          <a:xfrm>
            <a:off x="648523" y="415468"/>
            <a:ext cx="8241475" cy="856280"/>
            <a:chOff x="-2423" y="-25893"/>
            <a:chExt cx="5580934" cy="856280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FAC4819C-B2C0-E9C0-AE40-7A1EA23E1ABD}"/>
                </a:ext>
              </a:extLst>
            </p:cNvPr>
            <p:cNvSpPr/>
            <p:nvPr/>
          </p:nvSpPr>
          <p:spPr>
            <a:xfrm>
              <a:off x="-2423" y="-25893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Real-World Use Case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4A44A17B-35B4-60A2-6122-290C65228ED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597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1. Functional components are written using: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Classes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JavaScript functions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Objects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Interfaces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0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0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2. Props are used to: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Modify state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Store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Pass data to components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Create hooks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0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0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3. Props are: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Mutable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Read-only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Global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Optional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0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0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  <a:endParaRPr sz="1000" b="1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385500" y="1422025"/>
            <a:ext cx="8942119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React Official Documentation – Functional Components</a:t>
            </a:r>
            <a:br>
              <a:rPr lang="en-GB" dirty="0"/>
            </a:br>
            <a:r>
              <a:rPr lang="en-GB" dirty="0">
                <a:hlinkClick r:id="rId3"/>
              </a:rPr>
              <a:t>https://react.dev/learn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React Props Documentation</a:t>
            </a:r>
            <a:br>
              <a:rPr lang="en-GB" dirty="0"/>
            </a:br>
            <a:r>
              <a:rPr lang="en-GB" dirty="0">
                <a:hlinkClick r:id="rId4"/>
              </a:rPr>
              <a:t>https://react.dev/learn/passing-props-to-a-component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W3Schools – React Props</a:t>
            </a:r>
            <a:br>
              <a:rPr lang="en-GB" dirty="0"/>
            </a:br>
            <a:r>
              <a:rPr lang="en-GB" dirty="0">
                <a:hlinkClick r:id="rId5"/>
              </a:rPr>
              <a:t>https://www.w3schools.com/react/react_props.asp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MDN – JavaScript Functions</a:t>
            </a:r>
            <a:br>
              <a:rPr lang="en-GB" dirty="0"/>
            </a:br>
            <a:r>
              <a:rPr lang="en-GB" dirty="0">
                <a:hlinkClick r:id="rId6"/>
              </a:rPr>
              <a:t>https://developer.mozilla.org/en-US/docs/Web/JavaScript/Guide/Functions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2971</TotalTime>
  <Words>845</Words>
  <Application>Microsoft Office PowerPoint</Application>
  <PresentationFormat>On-screen Show (16:9)</PresentationFormat>
  <Paragraphs>218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 Black</vt:lpstr>
      <vt:lpstr>Calibri</vt:lpstr>
      <vt:lpstr>Lato</vt:lpstr>
      <vt:lpstr>Arial</vt:lpstr>
      <vt:lpstr>Wingdings</vt:lpstr>
      <vt:lpstr>Vladimir Script</vt:lpstr>
      <vt:lpstr>Times New Roman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80</cp:revision>
  <dcterms:modified xsi:type="dcterms:W3CDTF">2025-12-14T09:45:07Z</dcterms:modified>
</cp:coreProperties>
</file>